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8/7/2024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1FD38-2E7B-4863-BC5C-0B8B416C9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Office-básico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422AC-A3B5-4A08-BE57-AA1D537F3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ALUNA: RÍLARY CAVALCANTE DE SOUZA</a:t>
            </a:r>
          </a:p>
        </p:txBody>
      </p:sp>
    </p:spTree>
    <p:extLst>
      <p:ext uri="{BB962C8B-B14F-4D97-AF65-F5344CB8AC3E}">
        <p14:creationId xmlns:p14="http://schemas.microsoft.com/office/powerpoint/2010/main" val="221364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01F43-B69E-4FCC-A406-B2989A65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0BCB94-3A8C-4251-9FC9-06DBD69F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458519"/>
            <a:ext cx="10193402" cy="212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63600-12D8-4860-B981-AAC902A6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74C8DF-AA52-4EB0-8DCB-159347277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863" y="2093976"/>
            <a:ext cx="5715226" cy="343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20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4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Rockwell</vt:lpstr>
      <vt:lpstr>Rockwell Condensed</vt:lpstr>
      <vt:lpstr>Wingdings</vt:lpstr>
      <vt:lpstr>Tipo de Madeira</vt:lpstr>
      <vt:lpstr>Office-básico</vt:lpstr>
      <vt:lpstr>tabela</vt:lpstr>
      <vt:lpstr>gráfico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Office-básico</dc:title>
  <dc:creator>Aluno</dc:creator>
  <cp:lastModifiedBy>Aluno</cp:lastModifiedBy>
  <cp:revision>1</cp:revision>
  <dcterms:created xsi:type="dcterms:W3CDTF">2024-08-07T13:02:12Z</dcterms:created>
  <dcterms:modified xsi:type="dcterms:W3CDTF">2024-08-07T13:07:11Z</dcterms:modified>
</cp:coreProperties>
</file>